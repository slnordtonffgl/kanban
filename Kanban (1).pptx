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Comfortaa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Comforta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37516414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37516414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53525" y="1646050"/>
            <a:ext cx="6297300" cy="38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867">
                <a:latin typeface="Comfortaa"/>
                <a:ea typeface="Comfortaa"/>
                <a:cs typeface="Comfortaa"/>
                <a:sym typeface="Comfortaa"/>
              </a:rPr>
              <a:t>Название  проекта: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329200"/>
            <a:ext cx="7143900" cy="79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97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Преподаватель: Ерофеев Илья Александрович </a:t>
            </a:r>
            <a:endParaRPr sz="1497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Направление курса: Создание web-приложений с использованием Python</a:t>
            </a:r>
            <a:endParaRPr sz="1757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Группа:П.51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-53525" y="2038938"/>
            <a:ext cx="70434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Kanban Доска на  Flask</a:t>
            </a:r>
            <a:r>
              <a:rPr lang="ru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31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79575" y="1961488"/>
            <a:ext cx="36369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-53525" y="3943225"/>
            <a:ext cx="59631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Имя автора: Кубракова Полина Захаровна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113450" y="60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mfortaa"/>
                <a:ea typeface="Comfortaa"/>
                <a:cs typeface="Comfortaa"/>
                <a:sym typeface="Comfortaa"/>
              </a:rPr>
              <a:t>Актуальность Темы: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239875" y="1764775"/>
            <a:ext cx="2382600" cy="2868000"/>
          </a:xfrm>
          <a:prstGeom prst="rect">
            <a:avLst/>
          </a:prstGeom>
          <a:solidFill>
            <a:srgbClr val="72A1E6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935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приводит к </a:t>
            </a:r>
            <a:r>
              <a:rPr lang="ru" sz="1935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повышению   производительности,к     экономии времени и к </a:t>
            </a:r>
            <a:r>
              <a:rPr lang="ru" sz="1935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удовлетворению</a:t>
            </a:r>
            <a:r>
              <a:rPr lang="ru" sz="1935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 покупателей</a:t>
            </a:r>
            <a:endParaRPr sz="2535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189850" y="1770775"/>
            <a:ext cx="2382600" cy="28560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39513" y="1713575"/>
            <a:ext cx="2382600" cy="2868000"/>
          </a:xfrm>
          <a:prstGeom prst="rect">
            <a:avLst/>
          </a:prstGeom>
          <a:solidFill>
            <a:srgbClr val="94DCF4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   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    </a:t>
            </a: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Kanban устраняет      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 проблемы   накопления          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  незавершенных задач</a:t>
            </a:r>
            <a:endParaRPr sz="1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Kanban 1080P, 2K, 4K, 5K HD wallpapers free download, sort by ..."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525" y="1713575"/>
            <a:ext cx="2382601" cy="1783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ллюстрация, женщина, Контрольный список., контрольный список ..."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9875" y="1770775"/>
            <a:ext cx="2382601" cy="17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