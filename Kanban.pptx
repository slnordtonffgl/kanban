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Comfortaa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Comfortaa-regular.fntdata"/><Relationship Id="rId8" Type="http://schemas.openxmlformats.org/officeDocument/2006/relationships/font" Target="fonts/Comforta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073600" y="612000"/>
            <a:ext cx="6552000" cy="38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866">
                <a:latin typeface="Comfortaa"/>
                <a:ea typeface="Comfortaa"/>
                <a:cs typeface="Comfortaa"/>
                <a:sym typeface="Comfortaa"/>
              </a:rPr>
              <a:t>Назвагие проекта: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48500" y="2603725"/>
            <a:ext cx="8520600" cy="792600"/>
          </a:xfrm>
          <a:prstGeom prst="rect">
            <a:avLst/>
          </a:prstGeom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Группа:П.51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360800" y="1576800"/>
            <a:ext cx="64224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		</a:t>
            </a:r>
            <a:r>
              <a:rPr lang="ru" sz="2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Kanban Доска на Flask</a:t>
            </a:r>
            <a:endParaRPr sz="2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