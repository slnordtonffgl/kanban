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Comfortaa SemiBold"/>
      <p:regular r:id="rId10"/>
      <p:bold r:id="rId11"/>
    </p:embeddedFont>
    <p:embeddedFont>
      <p:font typeface="Comforta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omfortaaSemiBold-bold.fntdata"/><Relationship Id="rId10" Type="http://schemas.openxmlformats.org/officeDocument/2006/relationships/font" Target="fonts/ComfortaaSemiBold-regular.fntdata"/><Relationship Id="rId13" Type="http://schemas.openxmlformats.org/officeDocument/2006/relationships/font" Target="fonts/Comfortaa-bold.fntdata"/><Relationship Id="rId12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37516414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37516414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f546d36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f546d36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3f546d36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3f546d36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53525" y="1646050"/>
            <a:ext cx="6297300" cy="38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67">
                <a:latin typeface="Comfortaa"/>
                <a:ea typeface="Comfortaa"/>
                <a:cs typeface="Comfortaa"/>
                <a:sym typeface="Comfortaa"/>
              </a:rPr>
              <a:t>Название  проекта: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329200"/>
            <a:ext cx="71439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97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Преподаватель: Ерофеев Илья Александрович </a:t>
            </a:r>
            <a:endParaRPr sz="1497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Направление курса: Создание web-приложений с использованием Python</a:t>
            </a:r>
            <a:endParaRPr sz="1757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Группа:П.51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-53525" y="2038938"/>
            <a:ext cx="70434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Kanban Доска на  Flask</a:t>
            </a:r>
            <a:r>
              <a:rPr lang="ru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31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79575" y="1961488"/>
            <a:ext cx="36369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53525" y="3943225"/>
            <a:ext cx="59631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Имя автора: Кубракова Полина Захаровна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0"/>
            <a:ext cx="9031800" cy="6333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C4587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Актуальность Темы:</a:t>
            </a:r>
            <a:endParaRPr>
              <a:solidFill>
                <a:srgbClr val="1C4587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214688" y="1713575"/>
            <a:ext cx="2382600" cy="286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00FFFF"/>
              </a:gs>
            </a:gsLst>
            <a:lin ang="5400012" scaled="0"/>
          </a:gra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876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Многие команды сталкиваются с хаосом в задачах и с непониманием</a:t>
            </a:r>
            <a:r>
              <a:rPr lang="ru" sz="4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прогресса.</a:t>
            </a:r>
            <a:endParaRPr sz="1016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35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189850" y="1770775"/>
            <a:ext cx="2382600" cy="2856000"/>
          </a:xfrm>
          <a:prstGeom prst="rect">
            <a:avLst/>
          </a:prstGeom>
          <a:gradFill>
            <a:gsLst>
              <a:gs pos="0">
                <a:srgbClr val="9900FF"/>
              </a:gs>
              <a:gs pos="100000">
                <a:srgbClr val="00FFFF"/>
              </a:gs>
            </a:gsLst>
            <a:lin ang="5400012" scaled="0"/>
          </a:gra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Команды разработки, маркетинга, поддержки и других сфер используют Kanban для визуализации работы.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39513" y="1713575"/>
            <a:ext cx="2382600" cy="2868000"/>
          </a:xfrm>
          <a:prstGeom prst="rect">
            <a:avLst/>
          </a:prstGeom>
          <a:gradFill>
            <a:gsLst>
              <a:gs pos="0">
                <a:srgbClr val="FF00FF"/>
              </a:gs>
              <a:gs pos="100000">
                <a:srgbClr val="00FFFF"/>
              </a:gs>
            </a:gsLst>
            <a:lin ang="5400012" scaled="0"/>
          </a:gra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 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   </a:t>
            </a: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Kanban устраняет     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проблемы   накопления         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 незавершенных задач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Kanban 1080P, 2K, 4K, 5K HD wallpapers free download, sort by ..."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525" y="1713575"/>
            <a:ext cx="2382601" cy="1783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grammers Working On Software In Office (источник: Getty Images)"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875" y="1770775"/>
            <a:ext cx="2382602" cy="1668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ative meetings build stronger businesses (источник: Getty Images)" id="69" name="Google Shape;6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4700" y="1713575"/>
            <a:ext cx="2382602" cy="1725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2126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3500">
                <a:solidFill>
                  <a:srgbClr val="1C4587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Цель и задачи исследования</a:t>
            </a:r>
            <a:r>
              <a:rPr lang="ru" sz="3000">
                <a:solidFill>
                  <a:srgbClr val="72A1E6"/>
                </a:solidFill>
              </a:rPr>
              <a:t> </a:t>
            </a:r>
            <a:endParaRPr sz="3000">
              <a:solidFill>
                <a:srgbClr val="72A1E6"/>
              </a:solidFill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99600" y="707750"/>
            <a:ext cx="85926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400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Ц</a:t>
            </a:r>
            <a:r>
              <a:rPr lang="ru" sz="7508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ель проекта</a:t>
            </a:r>
            <a:r>
              <a:rPr lang="ru" sz="5908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endParaRPr sz="5908">
              <a:solidFill>
                <a:srgbClr val="1C458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908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23972" lvl="0" marL="7239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ct val="100000"/>
              <a:buFont typeface="Comfortaa"/>
              <a:buChar char="●"/>
            </a:pPr>
            <a:r>
              <a:rPr lang="ru" sz="6008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Создать удобную виртуальную Kanban доску для управления задачами.</a:t>
            </a:r>
            <a:endParaRPr sz="8388">
              <a:solidFill>
                <a:srgbClr val="1C4587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190625" y="1980925"/>
            <a:ext cx="3019200" cy="748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5077175" y="1998175"/>
            <a:ext cx="3061500" cy="714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0" y="3195250"/>
            <a:ext cx="2864100" cy="748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3156025" y="4207900"/>
            <a:ext cx="2934000" cy="714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6279900" y="3146650"/>
            <a:ext cx="2864100" cy="797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1190625" y="1955263"/>
            <a:ext cx="3996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sz="25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026150" y="1998175"/>
            <a:ext cx="306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sz="35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279900" y="3078625"/>
            <a:ext cx="306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35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156025" y="4165350"/>
            <a:ext cx="263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4</a:t>
            </a:r>
            <a:endParaRPr sz="35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0" y="3078625"/>
            <a:ext cx="3996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5</a:t>
            </a:r>
            <a:endParaRPr sz="35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530800" y="2001025"/>
            <a:ext cx="27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Разработать интерфейс для задач</a:t>
            </a:r>
            <a:endParaRPr sz="1700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400325" y="2068825"/>
            <a:ext cx="2934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Обеспечить визуализацию статусов задач  </a:t>
            </a:r>
            <a:endParaRPr sz="2000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6665525" y="3146650"/>
            <a:ext cx="27471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Внедрить возможность фильтрации и поиска задач.</a:t>
            </a:r>
            <a:endParaRPr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520850" y="4224475"/>
            <a:ext cx="3597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Обеспечить простоту использования </a:t>
            </a:r>
            <a:endParaRPr sz="1500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399600" y="3244150"/>
            <a:ext cx="25422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Обеспечить сохранение данных</a:t>
            </a:r>
            <a:r>
              <a:rPr lang="ru" sz="1500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500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175650" y="198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2128"/>
              <a:buFont typeface="Arial"/>
              <a:buNone/>
            </a:pPr>
            <a:r>
              <a:rPr lang="ru" sz="2611">
                <a:solidFill>
                  <a:srgbClr val="1C4587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Целевая аудитория и сценарии использования</a:t>
            </a:r>
            <a:endParaRPr sz="2611">
              <a:solidFill>
                <a:srgbClr val="1C4587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374200" y="771100"/>
            <a:ext cx="7500900" cy="6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6250">
                <a:solidFill>
                  <a:srgbClr val="1C4587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Основной пользователь:</a:t>
            </a:r>
            <a:endParaRPr sz="6250">
              <a:solidFill>
                <a:srgbClr val="1C4587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27813" lvl="0" marL="7239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ct val="100000"/>
              <a:buFont typeface="Comfortaa SemiBold"/>
              <a:buChar char="●"/>
            </a:pPr>
            <a:r>
              <a:rPr lang="ru" sz="6250">
                <a:solidFill>
                  <a:srgbClr val="1C4587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Менеджеры проектов, команды разработки, фрилансеры.</a:t>
            </a:r>
            <a:endParaRPr sz="6250">
              <a:solidFill>
                <a:srgbClr val="1C4587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374200" y="1581825"/>
            <a:ext cx="33252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C4587"/>
                </a:solidFill>
                <a:latin typeface="Comfortaa"/>
                <a:ea typeface="Comfortaa"/>
                <a:cs typeface="Comfortaa"/>
                <a:sym typeface="Comfortaa"/>
              </a:rPr>
              <a:t>Ключевые сценарии</a:t>
            </a:r>
            <a:endParaRPr sz="2100">
              <a:solidFill>
                <a:srgbClr val="1C458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67450" y="2279200"/>
            <a:ext cx="3189300" cy="39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155CC"/>
                </a:solidFill>
              </a:rPr>
              <a:t>Менеджер  открывает приложение Kanban-доски.</a:t>
            </a:r>
            <a:endParaRPr sz="12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867450" y="3002050"/>
            <a:ext cx="3189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155CC"/>
                </a:solidFill>
              </a:rPr>
              <a:t>Заполняет форму:вводит название,описание и срок исполния задачи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